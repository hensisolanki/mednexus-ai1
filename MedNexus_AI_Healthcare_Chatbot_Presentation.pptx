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914400"/>
            <a:ext cx="2286000" cy="22860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45720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0" y="5029200"/>
            <a:ext cx="1371600" cy="1371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293B"/>
                </a:solidFill>
              </a:defRPr>
            </a:pPr>
            <a:r>
              <a:t>MedNexus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934" y="3840480"/>
            <a:ext cx="858613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</a:defRPr>
            </a:pPr>
            <a:r>
              <a:rPr dirty="0"/>
              <a:t>GPU-Accelerated Healthcare Chatbot | Intelligent Medical Assistant</a:t>
            </a:r>
            <a:endParaRPr lang="en-US" dirty="0"/>
          </a:p>
          <a:p>
            <a:pPr algn="ctr">
              <a:defRPr sz="2400">
                <a:solidFill>
                  <a:srgbClr val="475569"/>
                </a:solidFill>
              </a:defRPr>
            </a:pPr>
            <a:r>
              <a:rPr lang="en-IN" dirty="0"/>
              <a:t>By Hensi Solanki – M25AI1090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59436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What is MedNexus AI?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8288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Project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An intelligent conversational assistant for preliminary healthcare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Combines advanced AI with GPU acceleration for real-time responses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Bridges the gap between patients and healthcare providers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Core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690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Provide 24/7 accessible medical information and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Deliver instant symptom assessment with urgency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091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Enable visual medical analysis through image recognition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Optimize performance using GPU-accelerated AI inference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59436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8288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Intelligent Symptom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Multi-step questioning protocol to understand symptoms deeply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RED/YELLOW/GREEN urgency classification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Clinical reasoning with context-aware follow-up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Visual Medical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690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Upload images for rash, injury, or symptom identification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AI-powered pattern recognition and description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091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Provides visual symptom analysis and initial assessment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8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5212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Medical Knowledge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692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Drug information, interactions, and side effects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9893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Treatment explanations in simple, understandable terms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30935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Health education, lifestyle tips, and preventive 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59436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931920" cy="4572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54880" y="1645920"/>
            <a:ext cx="3931920" cy="4572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Frontend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React 19.2.1 - Modern UI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TypeScript - Type-safe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Vite - Lightning-fast build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Tailwind CSS - Responsive styling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5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AI &amp;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76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rPr dirty="0"/>
              <a:t>• Google Gemini 2.5 Flash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5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Google GenAI SDK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RESTful API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0059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Real-time message streaming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GPU Acceleration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CUDA/OpenCL programming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606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Parallel processing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880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Memory bandwidth utilization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1546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Batch inference 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56615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AI Technologies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9776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Natural Language Processing (NLP)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25195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Deep Learning neural networks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5262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Computer Vision for 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80059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Predictive health modeling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59436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Understanding GPU Acceleration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8288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What is GPU Acceleration?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GPUs have thousands of cores vs CPU's few cores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Processes multiple AI calculations simultaneously (parallel processing)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Dramatically reduces response time from seconds to milliseconds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Benefits for Healthcare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690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Faster symptom analysis and triage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Support for multiple users at the same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091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Real-time image processing and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Handles complex medical queries without delays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53212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5532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Technical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9893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Optimized matrix operations for neural networks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30935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Efficient memory usage for large AI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62939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Batch processing for handling multiple requests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59436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System Architecture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8288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Three-Layer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Presentation Layer: User-friendly React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Application Layer: Business logic and AI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Processing Layer: GPU-accelerated model inference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Key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690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Authentication Service - Secure user login and data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Gemini AI Service - Natural conversation and medical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091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Message Manager - Real-time chat history and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Image Processor - Visual analysis pipeline with GPU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53212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5532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Data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9893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User input → AI processing → GPU acceleration →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30935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Images processed through specialized computer vision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62939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All data encrypted and securely transmitted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59436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Advanced AI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8288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Natural Language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Understands medical terminology and layman descriptions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Context-aware: remembers conversation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Handles multi-turn dialogues with follow-up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Triage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690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Systematic symptom discovery through targeted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Risk assessment based on symptom severity and combinations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091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Emergency detection with immediate action recommendations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8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5212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Computer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692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Analyzes uploaded medical images (rashes, wounds, etc.)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9893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Pattern recognition for common visual symptoms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30935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Generates detailed descriptions for healthcare providers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59436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Practical Use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931920" cy="4572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54880" y="1645920"/>
            <a:ext cx="3931920" cy="4572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Everyday 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Pre-consultation symptom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Understanding medication 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Checking drug interactions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General health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2899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Appointment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Treatment plan explanations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Preventive 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Diet and nutrition guidance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00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Exercise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Health screening reminders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Lifestyle modification tips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Emergency Situations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Immediate symptom severity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606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Red flag identification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880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Emergency service guidance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1546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First-aid instructions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42899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Hospital vs urgent care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Chronic Condition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251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Symptom tracking assistance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526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Medication adherence help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800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Treatment side effect queries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074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Lifestyle management tips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59436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Safety, Privacy &amp;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8288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Medical Safety Protocols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Clear disclaimer: AI assistant, not a doctor replacement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Always recommends professional consultation for serious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Emergency override system for life-threatening symptoms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290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Conservative approach to medical advice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931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Data Privacy &amp;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Secure authentication and user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091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End-to-end encryption for all communications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HIPAA-compliant design principles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492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No sharing of personal health information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52159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5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Ethical AI Principles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30935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Transparent about AI limitations and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62939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Educates users on appropriate use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694943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Bias-aware medical guidance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726947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Responsible health information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59436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Performance &amp;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931920" cy="4572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54880" y="1645920"/>
            <a:ext cx="3931920" cy="4572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Speed &amp;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Average response: &lt; 2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GPU inference: &lt; 500ms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Image analysis: &lt; 3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Supports 100+ concurrent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5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Accuracy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76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Medical domain 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5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Context-appropriate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High emergency detection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0059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Consistent triage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User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24/7 healthcare accessibility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606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Reduced wait times for 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880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Better-informed patients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1546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Improved pre-consultation prep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56615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System 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9776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99.9% uptime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25195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Automatic error recovery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5262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Load balancing for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80059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Performance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59436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Future Roadmap &amp;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8288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Next-Generation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Voice input and speech synthesis for accessibility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Multi-language support (Hindi, Spanish, Mandarin, etc.)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36474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rPr lang="en-US" dirty="0"/>
              <a:t>• Integration with </a:t>
            </a:r>
            <a:r>
              <a:rPr lang="en-US"/>
              <a:t>Appointment Booking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188720" y="34290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rPr dirty="0"/>
              <a:t>• Telemedicine platform connectivity for seamless doctor handoff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931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Advanced GPU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rPr dirty="0"/>
              <a:t>• Custom CUDA kernels for faster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091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rPr dirty="0"/>
              <a:t>• Model quantization for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Distributed GPU inference for global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492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Edge computing deployment for remote areas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52159"/>
            <a:ext cx="3657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5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Enhanced AI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30935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Fine-tuned models on medical datasets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62939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Advanced visual analysis (X-rays, scans)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694943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Predictive health analytics and risk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726947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• Personalized health recommendations based on history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57200" y="45720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0" y="5029200"/>
            <a:ext cx="1371600" cy="1371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293B"/>
                </a:solidFill>
              </a:defRPr>
            </a:pPr>
            <a:r>
              <a:t>Thank You!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743200"/>
            <a:ext cx="54864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3017520"/>
            <a:ext cx="4937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MedNexus AI - Making Healthcare Accessible</a:t>
            </a:r>
          </a:p>
          <a:p>
            <a:pPr>
              <a:spcBef>
                <a:spcPts val="800"/>
              </a:spcBef>
              <a:defRPr sz="1600">
                <a:solidFill>
                  <a:srgbClr val="475569"/>
                </a:solidFill>
              </a:defRPr>
            </a:pPr>
            <a:r>
              <a:t>✓ GPU-accelerated for real-time responses</a:t>
            </a:r>
          </a:p>
          <a:p>
            <a:pPr>
              <a:spcBef>
                <a:spcPts val="800"/>
              </a:spcBef>
              <a:defRPr sz="1600">
                <a:solidFill>
                  <a:srgbClr val="475569"/>
                </a:solidFill>
              </a:defRPr>
            </a:pPr>
            <a:r>
              <a:t>✓ Intelligent symptom triage &amp; visual analysis</a:t>
            </a:r>
          </a:p>
          <a:p>
            <a:pPr>
              <a:spcBef>
                <a:spcPts val="800"/>
              </a:spcBef>
              <a:defRPr sz="1600">
                <a:solidFill>
                  <a:srgbClr val="475569"/>
                </a:solidFill>
              </a:defRPr>
            </a:pPr>
            <a:r>
              <a:t>✓ Safe, secure, and user-friendly</a:t>
            </a:r>
          </a:p>
          <a:p>
            <a:pPr>
              <a:spcBef>
                <a:spcPts val="800"/>
              </a:spcBef>
              <a:defRPr sz="1600">
                <a:solidFill>
                  <a:srgbClr val="475569"/>
                </a:solidFill>
              </a:defRPr>
            </a:pPr>
            <a:r>
              <a:t>✓ Bridging technology and 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4B8A6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940</Words>
  <Application>Microsoft Office PowerPoint</Application>
  <PresentationFormat>On-screen Show (4:3)</PresentationFormat>
  <Paragraphs>172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Hensi Solanki</cp:lastModifiedBy>
  <cp:revision>3</cp:revision>
  <dcterms:created xsi:type="dcterms:W3CDTF">2013-01-27T09:14:16Z</dcterms:created>
  <dcterms:modified xsi:type="dcterms:W3CDTF">2025-12-07T04:45:14Z</dcterms:modified>
  <cp:category/>
</cp:coreProperties>
</file>
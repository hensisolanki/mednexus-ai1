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4B8A6"/>
                </a:solidFill>
              </a:defRPr>
            </a:pPr>
            <a:r>
              <a:t>GPU-Accelerated AI-Powered Healthcare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MedNexus AI - Intelligent Medical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Develop a conversational healthcare assistant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• Symptom triage and preliminary medical guidance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• Appointment scheduling capabilities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• GPU-accelerated AI model inference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• High-performance real-time medical assistance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• Focus on optimizing AI performance using GPU acceleration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Intelligent Symptom Triage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Multi-step questioning protocol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Urgency level assessment (RED/YELLOW/GREEN)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Clinical reasoning and analysis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Visual Medical Analysis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Image-based symptom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Rash and visual indicator analysis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Medical Information System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Drug information and interactions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Treatment explanations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Health education and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Frontend Technologies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React 19.2.1 - UI Framework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TypeScript - Type Safety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Vite - Build Tool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Tailwind CSS - Styling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AI &amp; Backend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Google Gemini 2.5 Flash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Google GenAI SDK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RESTful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GPU Acceleration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CUDA/OpenCL Programming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GPU-optimized inference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High-performance computing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Core Technologies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Natural Language Processing (NLP)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Deep Learning Models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Predictive Modeling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Real-time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Three-Tier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Presentation Layer: React-based responsive UI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Application Layer: AI service integration (Gemini API)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GPU Processing Layer: Optimized model inference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Key Components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Authentication Service: Secure user access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Gemini Service: AI conversation handling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Message Management: Real-time chat interface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Image Processing: Visual analysis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GPU Acceleration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Parallel processing of multiple queries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Reduced inference latency (milliseconds)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Scalable concurrent user support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Technical Advantages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CUDA cores for matrix operations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Optimized memory bandwidth utilization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Batch processing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Real-time response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Natural Language Understanding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Context-aware conversation handling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Medical terminology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Multi-turn dialogue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Intelligent Triage Protocol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Step-by-step symptom discovery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Risk assessment algorithms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Emergency detection and routing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Visual Analysis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Medical image interpretation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Symptom pattern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Descriptive analysis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Use Cases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Pre-consultation symptom assessment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Medical information queries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Medication interaction checks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Health education and guidance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Emergency Scenarios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Immediate emergency detection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Red flag symptom identification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Emergency service routing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Routine Healthcare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Appointment scheduling assistance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Diet and lifestyle recommendations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Treatment explanation and education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Safety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Safety Protocols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Clear AI disclaimer (not a replacement for doctors)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Emergency symptom override system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Professional medical consultation recommendation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Data Privacy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Secure authentication system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Encrypted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HIPAA-compliant design considerations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Ethical AI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Transparent AI limitations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User education on proper use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Responsible medical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React hooks for state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Real-time message rendering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Responsive design with Tailwind CSS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Image upload and preview functionality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Backend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RESTful API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Chat history management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Error handling and recovery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GPU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Model inference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Batch processing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Performance monitoring and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Response Time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Average response: &lt; 2 seconds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GPU-accelerated inference: &lt; 500ms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Image analysis: &lt; 3 seconds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Scalability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Concurrent user support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GPU resource utilization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System throughput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Accuracy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Medical domain specialization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Context-aware responses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Emergency detection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Features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Voice synthesis and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Multi-language support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Integration with EHR systems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Telemedicine platform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GPU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Custom CUDA kernels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Model quantization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Distributed GPU inference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AI Improvements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Fine-tuned medical models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Enhanced visual analysis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Predictive health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Challenges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Challenge: Real-time GPU inference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Solution: CUDA optimization and batch processing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Challenge: Medical accuracy and safety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Solution: Comprehensive safety protocols and disclaimers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Challenge: Scalability and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Solution: GPU acceleration and efficient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Challenge: User experience in medical context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Solution: Intuitive UI with clear medical guidance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B8A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Successfully developed GPU-accelerated healthcare chatbot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Implemented intelligent triage and medical guidance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Achieved high-performance AI inference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Key Achievements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Real-time symptom assessment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Visual medical analysis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Optimized GPU-accelerated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User-friendly healthcare interface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Impact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Improved healthcare accessibility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Enhanced pre-consultation assessment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Educational medical information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4B8A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714</Words>
  <Application>Microsoft Office PowerPoint</Application>
  <PresentationFormat>On-screen Show (4:3)</PresentationFormat>
  <Paragraphs>190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GPU-Accelerated AI-Powered Healthcare Chatbot</vt:lpstr>
      <vt:lpstr>Project Overview</vt:lpstr>
      <vt:lpstr>Key Features</vt:lpstr>
      <vt:lpstr>Technology Stack</vt:lpstr>
      <vt:lpstr>System Architecture</vt:lpstr>
      <vt:lpstr>GPU Acceleration Benefits</vt:lpstr>
      <vt:lpstr>AI Capabilities</vt:lpstr>
      <vt:lpstr>Use Cases</vt:lpstr>
      <vt:lpstr>Safety &amp; Compliance</vt:lpstr>
      <vt:lpstr>Implementation Highlights</vt:lpstr>
      <vt:lpstr>Performance Metrics</vt:lpstr>
      <vt:lpstr>Future Enhancements</vt:lpstr>
      <vt:lpstr>Challenges &amp; Solutions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Hensi Solanki</cp:lastModifiedBy>
  <cp:revision>2</cp:revision>
  <dcterms:created xsi:type="dcterms:W3CDTF">2013-01-27T09:14:16Z</dcterms:created>
  <dcterms:modified xsi:type="dcterms:W3CDTF">2025-12-06T19:35:55Z</dcterms:modified>
  <cp:category/>
</cp:coreProperties>
</file>